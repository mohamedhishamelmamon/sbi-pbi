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7352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Date-table/time-intelligence guidance (Power BI): https://learn.microsoft.com/en-us/power-bi/transform-model/desktop-date-tables
- DATESBETWEEN (DAX): https://learn.microsoft.com/en-us/dax/datesbetween-function-dax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Date table/time intelligence patterns in Power BI: https://learn.microsoft.com/en-us/power-bi/transform-model/desktop-date-tables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DATESBETWEEN (DAX): https://learn.microsoft.com/en-us/dax/datesbetween-function-dax
- DAX time intelligence functions: https://learn.microsoft.com/en-us/dax/time-intelligence-functions-dax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Bookmarks &amp; navigation (optional): https://learn.microsoft.com/en-us/power-bi/create-reports/button-navigators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Date table/time intelligence patterns: https://learn.microsoft.com/en-us/power-bi/guidance/model-date-tables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Power BI bookmarks (for tabbed UX): https://learn.microsoft.com/en-us/power-bi/create-reports/desktop-bookmarks
- Power BI navigators: https://learn.microsoft.com/en-us/power-bi/create-reports/button-navigators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1325880"/>
            <a:ext cx="10637215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1234440" y="1874520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KPIs &amp; Insights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1234440" y="2834640"/>
            <a:ext cx="97228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dashboard and what it enables for decision-making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4709160"/>
            <a:ext cx="9722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As-of: Jan 20, 2026 (project context)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dashboard answers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track activity volume by Indicator, compare periods, and spot trend changes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143000"/>
            <a:ext cx="557784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175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05840" y="130759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questions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512064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Are we up or down vs last year for the same period?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 the change driven by specific activity Indicators (email, meetings, etc.)?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Are there spikes/drops that require operational follow-up?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How do two business-defined periods compare (custom Period1 vs Period2)?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77240" y="3703320"/>
            <a:ext cx="557784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175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05840" y="38679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(workflow)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420624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Select Indicator (single-select)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Choose the analysis mode: YTD, Defined (365/180), or Custom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Read the KPI cards (Current, LY, % change)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Use the trend chart to interpret timing and volatility</a:t>
            </a:r>
            <a:endParaRPr lang="en-US" sz="1150" dirty="0"/>
          </a:p>
        </p:txBody>
      </p:sp>
      <p:pic>
        <p:nvPicPr>
          <p:cNvPr id="12" name="Image 0" descr="/mnt/data/activity-kpi-dashboard/images/YT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2057" y="1444753"/>
            <a:ext cx="5299787" cy="327653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885432" y="6217920"/>
            <a:ext cx="4379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YTD page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definitions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YTD / LY / rolling windows / custom periods mean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77240" y="1143000"/>
            <a:ext cx="10637215" cy="306510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175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05840" y="1307592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Definitions (as-of Jan 20, 2026)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10180015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YTD: Jan 1, 2026 → AsOfDate (latest loaded date with activity)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YTD LY: Jan 1, 2025 → same day-of-year cut (12 months earlier)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 365/180: trailing window ending at AsOfDate; LY = same shifted window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 periods: user-selected Period1 vs Period2 ranges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% variance: (Current − Comparison) / Comparison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Arrow: ▲ when % ≥ 0, ▼ when % &lt; 0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period (Last 365 / 180 days)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monitoring with consistent windows</a:t>
            </a:r>
            <a:endParaRPr lang="en-US" sz="1100" dirty="0"/>
          </a:p>
        </p:txBody>
      </p:sp>
      <p:pic>
        <p:nvPicPr>
          <p:cNvPr id="6" name="Image 0" descr="/mnt/data/activity-kpi-dashboard/images/def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261872"/>
            <a:ext cx="10308031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6263640"/>
            <a:ext cx="1030803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Period view (example screenshot)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68680" y="6309360"/>
            <a:ext cx="10454335" cy="411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051560" y="6400800"/>
            <a:ext cx="100885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</a:rPr>
              <a:t>Use this view to answer: “Are we trending up/down over the last N days, and how does it compare to last year’s same period?”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periods (Period 1 vs Period 2)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any two business-defined windows</a:t>
            </a:r>
            <a:endParaRPr lang="en-US" sz="1100" dirty="0"/>
          </a:p>
        </p:txBody>
      </p:sp>
      <p:pic>
        <p:nvPicPr>
          <p:cNvPr id="6" name="Image 0" descr="/mnt/data/activity-kpi-dashboard/images/cust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261" y="987552"/>
            <a:ext cx="10308031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6263640"/>
            <a:ext cx="1030803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Period view (example screenshot)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77240" y="5989320"/>
            <a:ext cx="1063721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175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005840" y="6153912"/>
            <a:ext cx="101800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uses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6492240"/>
            <a:ext cx="10180015" cy="137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pre/post policy changes, campaigns, org changes, holidays, or project milestones by selecting two date ranges and evaluating both value and trend.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548640" y="146304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next steps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420624"/>
            <a:ext cx="9601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dashboard supports decision-making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5715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481328"/>
            <a:ext cx="5715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for activity KPIs across Indicators with consistent comparisons.</a:t>
            </a:r>
            <a:endParaRPr lang="en-US" sz="125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trend detection: spikes/drops are visible immediately in the trend charts.</a:t>
            </a:r>
            <a:endParaRPr lang="en-US" sz="125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operational planning (resource allocation, workload patterns) using rolling windows.</a:t>
            </a:r>
            <a:endParaRPr lang="en-US" sz="125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business review cycles via custom period comparison (Period1 vs Period2).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720840" y="786384"/>
            <a:ext cx="4709160" cy="5522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1750" dist="2540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949440" y="126187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stakeholders receive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9440" y="1600200"/>
            <a:ext cx="42519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self-serve dashboard with three analysis modes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 definitions of KPIs (YTD, LY, rolling, custom)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Visual trend context to interpret changes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technical README + scripts for reproducibility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720</Words>
  <Application>Microsoft Office PowerPoint</Application>
  <PresentationFormat>Widescreen</PresentationFormat>
  <Paragraphs>58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Power BI + SQL Server</dc:subject>
  <dc:creator>Activity KPI Dashboard</dc:creator>
  <cp:lastModifiedBy>Mohamed Hisham Salem</cp:lastModifiedBy>
  <cp:revision>2</cp:revision>
  <dcterms:created xsi:type="dcterms:W3CDTF">2026-01-20T23:57:01Z</dcterms:created>
  <dcterms:modified xsi:type="dcterms:W3CDTF">2026-01-21T00:09:47Z</dcterms:modified>
</cp:coreProperties>
</file>